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Inter" panose="020B0604020202020204" charset="0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-44" y="-3212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9234980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15617815" y="16303581"/>
            <a:ext cx="11399871" cy="6657908"/>
          </a:xfrm>
          <a:custGeom>
            <a:avLst/>
            <a:gdLst/>
            <a:ahLst/>
            <a:cxnLst/>
            <a:rect l="l" t="t" r="r" b="b"/>
            <a:pathLst>
              <a:path w="5982073" h="3493732" extrusionOk="0">
                <a:moveTo>
                  <a:pt x="0" y="0"/>
                </a:moveTo>
                <a:lnTo>
                  <a:pt x="5982074" y="0"/>
                </a:lnTo>
                <a:lnTo>
                  <a:pt x="5982074" y="3493732"/>
                </a:lnTo>
                <a:lnTo>
                  <a:pt x="0" y="34937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48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34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PROJETO ROBÔ CIRURGIÃO</a:t>
            </a:r>
            <a:endParaRPr/>
          </a:p>
        </p:txBody>
      </p:sp>
      <p:sp>
        <p:nvSpPr>
          <p:cNvPr id="127" name="Google Shape;127;p1"/>
          <p:cNvSpPr txBox="1"/>
          <p:nvPr/>
        </p:nvSpPr>
        <p:spPr>
          <a:xfrm>
            <a:off x="2404768" y="6355587"/>
            <a:ext cx="24286089" cy="307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Eduarda Lopes, Flávio Santos, Jenifer Jacino Barreto, Felipe Carvalho </a:t>
            </a:r>
            <a:r>
              <a:rPr lang="pt-BR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Paleari</a:t>
            </a:r>
            <a:endParaRPr dirty="0"/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Victor Bruno A. Rosetti de Quiroz, </a:t>
            </a: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Rodnil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 Silva Moreira Lisboa, Lucy Mari Tabuti, Joao Francisco Trencher Martins, Edson Ricardo Barbero</a:t>
            </a:r>
            <a:endParaRPr b="1" dirty="0"/>
          </a:p>
        </p:txBody>
      </p:sp>
      <p:sp>
        <p:nvSpPr>
          <p:cNvPr id="128" name="Google Shape;128;p1"/>
          <p:cNvSpPr txBox="1"/>
          <p:nvPr/>
        </p:nvSpPr>
        <p:spPr>
          <a:xfrm>
            <a:off x="15353293" y="15839628"/>
            <a:ext cx="12433206" cy="448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Gráfico 01: Exemplo de Gráfico</a:t>
            </a:r>
            <a:endParaRPr/>
          </a:p>
        </p:txBody>
      </p:sp>
      <p:sp>
        <p:nvSpPr>
          <p:cNvPr id="129" name="Google Shape;129;p1"/>
          <p:cNvSpPr txBox="1"/>
          <p:nvPr/>
        </p:nvSpPr>
        <p:spPr>
          <a:xfrm>
            <a:off x="15353293" y="23110704"/>
            <a:ext cx="12433206" cy="448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Autoria Própria (2025)</a:t>
            </a:r>
            <a:endParaRPr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dirty="0"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15966975" y="31719851"/>
            <a:ext cx="11400000" cy="59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ESPRESSIF SYSTEMS – ESP32 Technical Reference Manual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ALLEGRO – Datasheet ACS712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OASIS –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Protocolo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MQTT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EPE –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Anuário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Energia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Elétrica</a:t>
            </a:r>
            <a:endParaRPr lang="en-US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ABRACOPEL –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Acidentes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elétricos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no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Brasil</a:t>
            </a:r>
            <a:endParaRPr lang="en-US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ASGARI et al. – Smart Energy Management (2024)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HUSSAIN et al. – Energy Optimization Systems (2025)</a:t>
            </a:r>
            <a:endParaRPr dirty="0"/>
          </a:p>
        </p:txBody>
      </p:sp>
      <p:sp>
        <p:nvSpPr>
          <p:cNvPr id="135" name="Google Shape;135;p1"/>
          <p:cNvSpPr txBox="1"/>
          <p:nvPr/>
        </p:nvSpPr>
        <p:spPr>
          <a:xfrm>
            <a:off x="1595875" y="31719850"/>
            <a:ext cx="12562800" cy="665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organizar o funcionamento do sistema e o desenvolvimento do projeto:</a:t>
            </a:r>
            <a:endParaRPr lang="en-US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70296" marR="0" lvl="1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</a:pPr>
            <a:r>
              <a:rPr lang="pt-BR" sz="343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Hardware: </a:t>
            </a:r>
            <a:r>
              <a:rPr lang="pt-BR" sz="343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ESP32 (microcontrolador com Wi-Fi), sensores de corrente (ACS712, AMCT103C) e relé de estado sólido (SSR40DA). </a:t>
            </a:r>
            <a:r>
              <a:rPr lang="pt-BR" sz="343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Software e Comunicação: </a:t>
            </a:r>
            <a:r>
              <a:rPr lang="pt-BR" sz="343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C++ (Arduino Framework), protocolo MQTT, comunicação via Wi-Fi e uso de JSON para estruturação dos dados</a:t>
            </a:r>
            <a:r>
              <a:rPr lang="pt-BR" sz="343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pt-BR" sz="343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Modelagem e Gestão: </a:t>
            </a:r>
            <a:r>
              <a:rPr lang="pt-BR" sz="343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Máquina de Estados (FSM), metodologia Scrum e simulação do sistema na plataforma </a:t>
            </a:r>
            <a:r>
              <a:rPr lang="pt-BR" sz="343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Wokwi</a:t>
            </a:r>
            <a:r>
              <a:rPr lang="pt-BR" sz="343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dirty="0"/>
          </a:p>
        </p:txBody>
      </p:sp>
      <p:sp>
        <p:nvSpPr>
          <p:cNvPr id="136" name="Google Shape;136;p1"/>
          <p:cNvSpPr txBox="1"/>
          <p:nvPr/>
        </p:nvSpPr>
        <p:spPr>
          <a:xfrm>
            <a:off x="1595870" y="10749184"/>
            <a:ext cx="12562800" cy="886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projeto parte da constatação de que há falta de visibilidade e controle sobre o consumo de energia elétrica em ambientes residenciais e comerciais. Os usuários não conseguem identificar quais equipamentos consomem mais nem acompanhar o uso em tempo real, percebendo o impacto apenas na conta. </a:t>
            </a:r>
            <a:endParaRPr lang="pt-BR" sz="3430"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Esse cenário é agravado pela ausência de ferramentas de monitoramento entre os usuários, evidenciando uma lacuna tecnológica. </a:t>
            </a:r>
            <a:r>
              <a:rPr lang="pt-BR" sz="34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desperdício 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 energia no Brasil é elevado, e a falta de controle contribui para riscos como sobrecargas e incêndios, tornando o problema não apenas financeiro, mas também de eficiência e segurança.</a:t>
            </a:r>
          </a:p>
        </p:txBody>
      </p:sp>
      <p:sp>
        <p:nvSpPr>
          <p:cNvPr id="137" name="Google Shape;137;p1"/>
          <p:cNvSpPr txBox="1"/>
          <p:nvPr/>
        </p:nvSpPr>
        <p:spPr>
          <a:xfrm>
            <a:off x="1570066" y="21125709"/>
            <a:ext cx="12562800" cy="812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Propõe-se o desenvolvimento de um Sistema Inteligente de Gestão de Energia baseado em IoT, capaz de monitorar o consumo elétrico em tempo real e atuar preventivamente em situações de risco. 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sistema utiliza sensores de corrente, um ESP32 e comunicação via internet para coletar e transmitir dados continuamente. Além do monitoramento, permite identificar sobrecargas e acionar automaticamente a proteção dos circuitos, oferecendo ao usuário informações claras para tomada de decisão e redução de desperdícios.</a:t>
            </a:r>
            <a:endParaRPr lang="en-US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/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6" y="10880630"/>
            <a:ext cx="11904157" cy="443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Espera-se que o sistema realize medições precisas de corrente, detecte rapidamente sobrecargas e atue em tempo reduzido, aumentando a segurança das instalações. Também permitirá monitoramento remoto em tempo real e registro histórico dos dados, auxiliando na análise do consumo. </a:t>
            </a:r>
            <a:endParaRPr dirty="0"/>
          </a:p>
        </p:txBody>
      </p:sp>
      <p:sp>
        <p:nvSpPr>
          <p:cNvPr id="140" name="Google Shape;140;p1"/>
          <p:cNvSpPr txBox="1"/>
          <p:nvPr/>
        </p:nvSpPr>
        <p:spPr>
          <a:xfrm>
            <a:off x="15714839" y="24195810"/>
            <a:ext cx="11652014" cy="295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Como resultado, projeta-se uma redução de 10% a 20% no consumo de energia, além da prevenção de riscos elétricos e maior eficiência no uso da energia..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Sed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eiusmod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tempor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incididunt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ut labore et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dolore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481</Words>
  <Application>Microsoft Office PowerPoint</Application>
  <PresentationFormat>Personalizar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Open Sans</vt:lpstr>
      <vt:lpstr>Calibri</vt:lpstr>
      <vt:lpstr>Inter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Jenifer Barreto - 23025664</cp:lastModifiedBy>
  <cp:revision>2</cp:revision>
  <dcterms:created xsi:type="dcterms:W3CDTF">2006-08-16T00:00:00Z</dcterms:created>
  <dcterms:modified xsi:type="dcterms:W3CDTF">2026-05-02T14:23:38Z</dcterms:modified>
</cp:coreProperties>
</file>